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2" r:id="rId6"/>
    <p:sldId id="260" r:id="rId7"/>
    <p:sldId id="258" r:id="rId8"/>
    <p:sldId id="263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3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829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332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626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850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105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170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458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4806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906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995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82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78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800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914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33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07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122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279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5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83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1299" y="809803"/>
            <a:ext cx="6519267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Manufacturing Analytics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636752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Group-4 Names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793790" y="2482572"/>
            <a:ext cx="13042821" cy="4865489"/>
          </a:xfrm>
          <a:prstGeom prst="roundRect">
            <a:avLst>
              <a:gd name="adj" fmla="val 18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1410" y="2490192"/>
            <a:ext cx="1302627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8223" y="262056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KARRI VEDITHA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5363647" y="2620566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05261" y="262056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1410" y="3087053"/>
            <a:ext cx="1302627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18223" y="321742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SWATHI S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5363647" y="3217426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05261" y="321742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410" y="3683913"/>
            <a:ext cx="1302627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18223" y="381428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KURVA SHEKAR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5363647" y="3814286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05261" y="3814286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1410" y="4280773"/>
            <a:ext cx="1302627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18223" y="4411147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VANDANA BADOLE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5363647" y="4411147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05261" y="4411147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1410" y="4877633"/>
            <a:ext cx="13026271" cy="932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18223" y="5008007"/>
            <a:ext cx="39070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LAVANKULA MOHAN SURYA PAVAN KUMAR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5363647" y="5008007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05261" y="5008007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1410" y="5810607"/>
            <a:ext cx="13026271" cy="9329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18223" y="5940981"/>
            <a:ext cx="39070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BUDDHABHUSHAN NAVNATH DONGARGAONKAR</a:t>
            </a:r>
            <a:endParaRPr lang="en-US" b="1" dirty="0"/>
          </a:p>
        </p:txBody>
      </p:sp>
      <p:sp>
        <p:nvSpPr>
          <p:cNvPr id="27" name="Text 25"/>
          <p:cNvSpPr/>
          <p:nvPr/>
        </p:nvSpPr>
        <p:spPr>
          <a:xfrm>
            <a:off x="5363647" y="5940981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705261" y="5940981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01410" y="6743581"/>
            <a:ext cx="1302627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8223" y="6873954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AMIT KUMAR SAINI</a:t>
            </a:r>
            <a:endParaRPr lang="en-US" b="1" dirty="0"/>
          </a:p>
        </p:txBody>
      </p:sp>
      <p:sp>
        <p:nvSpPr>
          <p:cNvPr id="31" name="Text 29"/>
          <p:cNvSpPr/>
          <p:nvPr/>
        </p:nvSpPr>
        <p:spPr>
          <a:xfrm>
            <a:off x="5363647" y="6873954"/>
            <a:ext cx="390322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705261" y="6873954"/>
            <a:ext cx="390703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AED6C0-7D91-8876-D42F-9AC9AEA61C1F}"/>
              </a:ext>
            </a:extLst>
          </p:cNvPr>
          <p:cNvSpPr/>
          <p:nvPr/>
        </p:nvSpPr>
        <p:spPr>
          <a:xfrm>
            <a:off x="11871832" y="7484249"/>
            <a:ext cx="2758568" cy="745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  <a:endParaRPr lang="en-IN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10868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Analysis &amp; Visualization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47470" y="1298183"/>
            <a:ext cx="13042821" cy="119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outlines the journey of data through various tools: MySQL for storage, Excel for processing, and Power BI/Tableau for visualization.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3626BA-A091-44DB-5A49-9BD7B361AC62}"/>
              </a:ext>
            </a:extLst>
          </p:cNvPr>
          <p:cNvSpPr/>
          <p:nvPr/>
        </p:nvSpPr>
        <p:spPr>
          <a:xfrm>
            <a:off x="11971724" y="7415092"/>
            <a:ext cx="2658676" cy="7258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  <a:endParaRPr lang="en-IN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6C5D3E-4BB9-5A3D-9EF0-F8491F29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70" y="3879413"/>
            <a:ext cx="2020741" cy="2020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063803-6565-ED3B-62CC-04E249D13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96" y="3373291"/>
            <a:ext cx="3181030" cy="3181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B71EE8-C043-F586-DDDE-9B2A9862E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503" y="3373291"/>
            <a:ext cx="2812356" cy="2812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AB3E92-E038-3BF3-538A-B6F599E85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6330" y="2631942"/>
            <a:ext cx="3749648" cy="3749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6720" y="294434"/>
            <a:ext cx="7326987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4450"/>
              </a:lnSpc>
              <a:buNone/>
            </a:pPr>
            <a:r>
              <a:rPr lang="en-US" sz="35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DASHBOARD: Microsoft Excel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186" y="1273248"/>
            <a:ext cx="10028214" cy="6134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B464E1-5FCC-BE5C-96A6-A993AFE11D18}"/>
              </a:ext>
            </a:extLst>
          </p:cNvPr>
          <p:cNvSpPr/>
          <p:nvPr/>
        </p:nvSpPr>
        <p:spPr>
          <a:xfrm>
            <a:off x="12386662" y="7407408"/>
            <a:ext cx="2243738" cy="822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AC0F6-9878-20A7-D3D0-2FA444799036}"/>
              </a:ext>
            </a:extLst>
          </p:cNvPr>
          <p:cNvSpPr txBox="1"/>
          <p:nvPr/>
        </p:nvSpPr>
        <p:spPr>
          <a:xfrm>
            <a:off x="161365" y="2020901"/>
            <a:ext cx="41938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The KPIs show that Total Manufactured is 86.8M, Total Processed is 86.2M, Total Rejected is 0.5M, and the Wastage Percentage is 0.60%, indicating overall good production performance with very low wastage.</a:t>
            </a: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0475" y="513051"/>
            <a:ext cx="8798600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latin typeface="Inter Bold" pitchFamily="34" charset="0"/>
                <a:ea typeface="Inter Bold" pitchFamily="34" charset="-122"/>
              </a:rPr>
              <a:t>Production &amp; Quality Insights Dashboard</a:t>
            </a:r>
            <a:endParaRPr lang="en-US" sz="3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82" y="1911031"/>
            <a:ext cx="8337590" cy="52108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3904E8-B007-C2A6-6148-FCDE021E44E7}"/>
              </a:ext>
            </a:extLst>
          </p:cNvPr>
          <p:cNvSpPr/>
          <p:nvPr/>
        </p:nvSpPr>
        <p:spPr>
          <a:xfrm>
            <a:off x="12486555" y="7522669"/>
            <a:ext cx="2143845" cy="7069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DD7FB-1C2E-F3BE-60D3-F5AB78743A8E}"/>
              </a:ext>
            </a:extLst>
          </p:cNvPr>
          <p:cNvSpPr txBox="1"/>
          <p:nvPr/>
        </p:nvSpPr>
        <p:spPr>
          <a:xfrm>
            <a:off x="707350" y="2074690"/>
            <a:ext cx="52324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Manufactured 87M, Processed 86.24M, Produced 125M, Rejected 1M, Rejection 0.60%, Wastage 38M.</a:t>
            </a:r>
            <a:endParaRPr lang="en-IN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6491" y="457002"/>
            <a:ext cx="6833830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Performance: Tableau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180" y="1857112"/>
            <a:ext cx="8980527" cy="5612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91A32C-CBF1-68A5-EC51-5D55C2033A3F}"/>
              </a:ext>
            </a:extLst>
          </p:cNvPr>
          <p:cNvSpPr/>
          <p:nvPr/>
        </p:nvSpPr>
        <p:spPr>
          <a:xfrm>
            <a:off x="12609499" y="7522669"/>
            <a:ext cx="2020901" cy="7069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  <a:endParaRPr lang="en-IN" sz="4000" b="1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CEB5E0A-C2D9-BDA9-5088-64DFC376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93" y="4102199"/>
            <a:ext cx="521248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dashboard shows machine, production, and employee performance, highlighting high production, low rejection, and identifying problem areas.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F5DBB-D133-5CF5-94EA-4B1CA957681E}"/>
              </a:ext>
            </a:extLst>
          </p:cNvPr>
          <p:cNvSpPr txBox="1"/>
          <p:nvPr/>
        </p:nvSpPr>
        <p:spPr>
          <a:xfrm>
            <a:off x="345781" y="1857112"/>
            <a:ext cx="4364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This slide breaks down sales by Category (Furniture, Office Supplies, Technology) and Segment (Consumer, Corporate). It helps in understanding product-market fit.</a:t>
            </a:r>
            <a:endParaRPr lang="en-US" sz="2000" b="1" dirty="0"/>
          </a:p>
          <a:p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0190" y="621983"/>
            <a:ext cx="7204234" cy="68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Dashboard: Power BI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196" y="2202853"/>
            <a:ext cx="8869204" cy="49282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8A5385-7F54-D665-18CD-E5B40F9ADDCD}"/>
              </a:ext>
            </a:extLst>
          </p:cNvPr>
          <p:cNvSpPr/>
          <p:nvPr/>
        </p:nvSpPr>
        <p:spPr>
          <a:xfrm>
            <a:off x="12655603" y="7553405"/>
            <a:ext cx="1974797" cy="6761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6</a:t>
            </a:r>
            <a:endParaRPr lang="en-IN" sz="400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BE570F4-B2EA-DE0A-B12E-396C5402B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" y="2211829"/>
            <a:ext cx="575674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KPIs show that Total Manufactured is 87M, Total Processed is 86M, Total Produced is 125M, Total Rejected is 1M, the Rejection Percentage is 0.60%, and the Wastage Quantity is 38M, indicating overall production performance with low rejection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7505" y="391186"/>
            <a:ext cx="4702493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Storage: MySQL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960" y="1951792"/>
            <a:ext cx="9346525" cy="52558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58BC09-5FE3-910C-12A0-AD9FE039A2F8}"/>
              </a:ext>
            </a:extLst>
          </p:cNvPr>
          <p:cNvSpPr/>
          <p:nvPr/>
        </p:nvSpPr>
        <p:spPr>
          <a:xfrm>
            <a:off x="12186877" y="7315200"/>
            <a:ext cx="2443523" cy="9220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7</a:t>
            </a:r>
            <a:endParaRPr lang="en-IN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AD833-2E19-235F-D6FF-A3BCB2FC9BD6}"/>
              </a:ext>
            </a:extLst>
          </p:cNvPr>
          <p:cNvSpPr txBox="1"/>
          <p:nvPr/>
        </p:nvSpPr>
        <p:spPr>
          <a:xfrm>
            <a:off x="535296" y="1852671"/>
            <a:ext cx="401874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r>
              <a:rPr lang="en-US" sz="3200" dirty="0"/>
              <a:t>MySQL is used as the foundational database. It stores structured information like customer records, product details, and transaction history in organized tables.</a:t>
            </a:r>
          </a:p>
          <a:p>
            <a:endParaRPr lang="en-US" sz="3200" dirty="0"/>
          </a:p>
          <a:p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11015-983C-CFE5-6B2C-AC3BBA532246}"/>
              </a:ext>
            </a:extLst>
          </p:cNvPr>
          <p:cNvSpPr txBox="1"/>
          <p:nvPr/>
        </p:nvSpPr>
        <p:spPr>
          <a:xfrm>
            <a:off x="1252497" y="699247"/>
            <a:ext cx="12179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Description:</a:t>
            </a:r>
            <a:br>
              <a:rPr lang="en-US" sz="3600" dirty="0"/>
            </a:br>
            <a:r>
              <a:rPr lang="en-US" sz="3600" dirty="0"/>
              <a:t>This dashboard shows overall manufacturing performance, including production, rejection, machines, and employees.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63854-EE7F-DF47-D356-BC7ADC0C4556}"/>
              </a:ext>
            </a:extLst>
          </p:cNvPr>
          <p:cNvSpPr txBox="1"/>
          <p:nvPr/>
        </p:nvSpPr>
        <p:spPr>
          <a:xfrm>
            <a:off x="1151324" y="3312371"/>
            <a:ext cx="12179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Conclusion:</a:t>
            </a:r>
            <a:br>
              <a:rPr lang="en-US" sz="3600" dirty="0"/>
            </a:br>
            <a:r>
              <a:rPr lang="en-US" sz="3600" dirty="0"/>
              <a:t>Production is high, rejection is low, and problem areas can be easily identified.</a:t>
            </a:r>
            <a:endParaRPr lang="en-IN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9CA72F-D58C-76B7-7ED2-92879914A0DA}"/>
              </a:ext>
            </a:extLst>
          </p:cNvPr>
          <p:cNvSpPr/>
          <p:nvPr/>
        </p:nvSpPr>
        <p:spPr>
          <a:xfrm>
            <a:off x="12186877" y="7307516"/>
            <a:ext cx="2443523" cy="9220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94474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308</Words>
  <Application>Microsoft Office PowerPoint</Application>
  <PresentationFormat>Custom</PresentationFormat>
  <Paragraphs>40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Inter Bold</vt:lpstr>
      <vt:lpstr>Inter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LAVANKULA SURYA</cp:lastModifiedBy>
  <cp:revision>6</cp:revision>
  <dcterms:created xsi:type="dcterms:W3CDTF">2026-03-14T17:06:19Z</dcterms:created>
  <dcterms:modified xsi:type="dcterms:W3CDTF">2026-03-17T16:53:23Z</dcterms:modified>
</cp:coreProperties>
</file>